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Topic: On-Device MoE Inference Workflow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EB8FF"/>
                </a:solidFill>
              </a:rPr>
              <a:t>Figure type: architecture_flowchart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AA"/>
                </a:solidFill>
              </a:rPr>
              <a:t>8 reference figure(s)  ·  ClawPhD 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1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1457432" cy="4567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Fig. 1: Illustrations for the inference procedure of a typical encoder-decoder language model, as well as the dense and sparseMoE-enabled Transformer layer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EdgeMoE: Fast On-Device Inference of MoE-based Large Language Models (2023)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5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216" y="228600"/>
            <a:ext cx="6364520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Fig. 5: System architecture of EdgeMoE and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EdgeMoE: Fast On-Device Inference of MoE-based Large Language Models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9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359" y="228600"/>
            <a:ext cx="7926234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Fig. 9: The pipeline scheduling for 1-token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EdgeMoE: Fast On-Device Inference of MoE-based Large Language Models (2023)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1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99" y="228600"/>
            <a:ext cx="9489154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1: Traditional MoE single routing (expert IDonly) vs. our D2MoE dual routing (ID and bit-wdith).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4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89" y="228600"/>
            <a:ext cx="7102574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4: The architecture overview of D2MoE.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6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445" y="228600"/>
            <a:ext cx="7706061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6: The workflow of MWQ.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8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1457432" cy="4291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8: The dequantization overview of D2MoE.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2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1457432" cy="2552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2: The workflow of semantic parallelism in Sem-MoE.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Semantic Parallelism: Redefining Efficient MoE Inference via Model-Data Co-Scheduling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