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Topic: On-Device MoE Inference Workflow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EB8FF"/>
                </a:solidFill>
              </a:rPr>
              <a:t>Figure type: architecture_flowchart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AA"/>
                </a:solidFill>
              </a:rPr>
              <a:t>9 reference figure(s)  ·  ClawPhD 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1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00" y="228600"/>
            <a:ext cx="10818751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Fig. 1: Illustrations for the inference procedure of a typical encoder-decoder language model, as well as the dense and sparseMoE-enabled Transformer layer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EdgeMoE: Fast On-Device Inference of MoE-based Large Language Models (2023)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5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216" y="228600"/>
            <a:ext cx="6364520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Fig. 5: System architecture of EdgeMoE and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EdgeMoE: Fast On-Device Inference of MoE-based Large Language Models 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9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1457432" cy="44909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Fig. 9: The pipeline scheduling for 1-token inference.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EdgeMoE: Fast On-Device Inference of MoE-based Large Language Models (2023)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1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358" y="228600"/>
            <a:ext cx="8848235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1: Traditional MoE single routing (expert IDonly) vs. our D2MoE dual routing (ID and bit-wdith).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D2MoE: Dual Routing and Dynamic Scheduling for Efficient On-Device MoE-based LLM Serving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4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177" y="228600"/>
            <a:ext cx="5574597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4: The architecture overview of D2MoE.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D2MoE: Dual Routing and Dynamic Scheduling for Efficient On-Device MoE-based LLM Serving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6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362" y="228600"/>
            <a:ext cx="8528227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6: The workflow of MWQ.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D2MoE: Dual Routing and Dynamic Scheduling for Efficient On-Device MoE-based LLM Serving (2025)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8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177" y="228600"/>
            <a:ext cx="5574597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8: The dequantization overview of D2MoE.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D2MoE: Dual Routing and Dynamic Scheduling for Efficient On-Device MoE-based LLM Serving (2025)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1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1457432" cy="31077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1: Latency breakdown for DeepSeek-V2-Lite inference over a single MoE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Semantic Parallelism: Redefining Efficient MoE Inference via Model-Data Co-Scheduling (2025)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2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1457432" cy="46526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48640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</a:rPr>
              <a:t>[architecture_flowchart]  Figure 2: The workflow of semantic parallelism in Sem-MoE.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</a:rPr>
              <a:t>Semantic Parallelism: Redefining Efficient MoE Inference via Model-Data Co-Scheduling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